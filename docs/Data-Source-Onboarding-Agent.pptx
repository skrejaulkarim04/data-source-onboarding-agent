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82296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E8EDF5"/>
                </a:solidFill>
                <a:latin typeface="Arial"/>
              </a:rPr>
              <a:t>Data Source Onboarding Agent</a:t>
            </a:r>
          </a:p>
          <a:p>
            <a:pPr>
              <a:spcAft>
                <a:spcPts val="0"/>
              </a:spcAft>
            </a:pPr>
            <a:r>
              <a:rPr sz="1900" b="0">
                <a:solidFill>
                  <a:srgbClr val="8896B0"/>
                </a:solidFill>
                <a:latin typeface="Arial"/>
              </a:rPr>
              <a:t>Plain English in. A validated, standards-compliant, versioned Python connector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Courier New"/>
              </a:rPr>
              <a:t>natural language → spec → generated code → machine-checked → proven against a live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BUSINESS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repetition is where the risk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896B0"/>
                </a:solidFill>
                <a:latin typeface="Arial"/>
              </a:rPr>
              <a:t>The cost is not writing one connector — it is writing the fortieth, where the same five methods get re-derived slightly differently and the standards hold only as well as the reviewer's attention that afternoon.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49424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60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Step in onboarding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Today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With the agent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Capture the requirement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ticket, then a clarifying thread over days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Plain English; the gaps are asked about in the same session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Write the connector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Hand-written per source, per engineer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Rendered from a reviewed spec — identical every time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Enforce the standards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Code review, after the code already exists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13 machine checks, before it can be accepted at all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Prove it connects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Run it locally and hope the target matches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Sandboxed test against the real database, recorded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Answer “why is this in production?”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Ask whoever wrote it, if they still work here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manifest chaining request → spec → template → checksum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Requesting team: self-service · Engineering: reviews a diff, not a blank file · Security: credentials structurally excluded · Audit: every artifact traceable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Reliability comes from constraint, not from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model never writes the code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It fills a structured spec — schema-enforced, so it selects from closed sets rather than inventing strings. A Jinja2 template renders the connector, deterministically: same spec in, same bytes out.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13 machine checks decide what ships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no-hardcoded-credentials · no-dynamic-sql · env-for-secrets · no-dangerous-calls · type-hints · docstrings, and seven more — read from the parsed syntax tree, never by importing the code, because importing runs it.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Repair is bounded and cannot regress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At most three attempts, and a candidate is adopted only if it strictly reduces the error count. A rejected connector is still returned, with its findings, so a reviewer can see exactly what went wrong.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Secrets cannot reach the artifact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Credentials are scrubbed from the request before the model sees it, two checks make a literal credential a rejection, and the manifest records the environment variables by name only — never their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A checker that has only ever seen good input has demonstrated nothing — so the suite injects faults on purpose.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E8EDF5"/>
                </a:solidFill>
                <a:latin typeface="Arial"/>
              </a:rPr>
              <a:t>One request, five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/api/requests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.extract()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+ questions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1576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9164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always — 1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…/answers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.refine()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(complete)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620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464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Generate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ConnectorGenerator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.generate()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GeneratedConnector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488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7492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 /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ConnectionSandbox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.run()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SandboxResult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9944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7532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6948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GET …/download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7376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Artifact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.to_zip()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7376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bytes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46988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404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44" name="Freeform 43"/>
          <p:cNvSpPr/>
          <p:nvPr/>
        </p:nvSpPr>
        <p:spPr>
          <a:xfrm>
            <a:off x="3363163" y="1975104"/>
            <a:ext cx="1046073" cy="274320"/>
          </a:xfrm>
          <a:custGeom>
            <a:avLst/>
            <a:gdLst/>
            <a:ahLst/>
            <a:cxnLst/>
            <a:rect l="l" t="t" r="r" b="b"/>
            <a:pathLst>
              <a:path w="1046073" h="274320">
                <a:moveTo>
                  <a:pt x="1046073" y="274320"/>
                </a:moveTo>
                <a:lnTo>
                  <a:pt x="1041599" y="238514"/>
                </a:lnTo>
                <a:lnTo>
                  <a:pt x="1028251" y="203320"/>
                </a:lnTo>
                <a:lnTo>
                  <a:pt x="1006259" y="169342"/>
                </a:lnTo>
                <a:lnTo>
                  <a:pt x="976000" y="137160"/>
                </a:lnTo>
                <a:lnTo>
                  <a:pt x="937989" y="107324"/>
                </a:lnTo>
                <a:lnTo>
                  <a:pt x="892879" y="80346"/>
                </a:lnTo>
                <a:lnTo>
                  <a:pt x="841441" y="56687"/>
                </a:lnTo>
                <a:lnTo>
                  <a:pt x="784555" y="36751"/>
                </a:lnTo>
                <a:lnTo>
                  <a:pt x="723194" y="20881"/>
                </a:lnTo>
                <a:lnTo>
                  <a:pt x="658408" y="9347"/>
                </a:lnTo>
                <a:lnTo>
                  <a:pt x="591307" y="2346"/>
                </a:lnTo>
                <a:lnTo>
                  <a:pt x="523037" y="0"/>
                </a:lnTo>
                <a:lnTo>
                  <a:pt x="454766" y="2346"/>
                </a:lnTo>
                <a:lnTo>
                  <a:pt x="387665" y="9347"/>
                </a:lnTo>
                <a:lnTo>
                  <a:pt x="322879" y="20881"/>
                </a:lnTo>
                <a:lnTo>
                  <a:pt x="261518" y="36751"/>
                </a:lnTo>
                <a:lnTo>
                  <a:pt x="204632" y="56687"/>
                </a:lnTo>
                <a:lnTo>
                  <a:pt x="153194" y="80346"/>
                </a:lnTo>
                <a:lnTo>
                  <a:pt x="108084" y="107324"/>
                </a:lnTo>
                <a:lnTo>
                  <a:pt x="70073" y="137160"/>
                </a:lnTo>
                <a:lnTo>
                  <a:pt x="39814" y="169342"/>
                </a:lnTo>
                <a:lnTo>
                  <a:pt x="17822" y="203320"/>
                </a:lnTo>
                <a:lnTo>
                  <a:pt x="4474" y="238514"/>
                </a:lnTo>
                <a:lnTo>
                  <a:pt x="0" y="274320"/>
                </a:lnTo>
              </a:path>
            </a:pathLst>
          </a:custGeom>
          <a:noFill/>
          <a:ln w="15875">
            <a:solidFill>
              <a:srgbClr val="8896B0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31720" y="1444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Arial"/>
              </a:rPr>
              <a:t>until no questions remain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242816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3068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WHERE THE MODEL IS CALLED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43153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8896B0"/>
                </a:solidFill>
                <a:latin typeface="Arial"/>
              </a:rPr>
              <a:t>Answering a clarifying question is deterministic — the answers map onto known fields, so no second extraction can misread what you already settled.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stack, and why each piece is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11680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0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Layer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Choice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Why this one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FastAPI + Pydantic v2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Schema validation at the boundary, not in the handlers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Pydantic models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Permissive draft, then promotion to a strict 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Codegen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Jinja2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Deterministic. The reason the standards guarantee holds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ast + ruff + black + bandit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Parsed, never imported — importing runs 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SQLAlchemy 2.0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One connector shape across three SQL dialects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Sandbox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subprocess + rlimits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Timeout, memory cap, allowlisted environment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Front end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React 18 + TypeScript + Vite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Built to static files, served by the same process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pytest — 294 of them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Including deliberate fault injection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No orchestration framework. The pipeline is six modules and a function call 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Describe the source in plain English</a:t>
            </a:r>
          </a:p>
        </p:txBody>
      </p:sp>
      <p:pic>
        <p:nvPicPr>
          <p:cNvPr id="5" name="Picture 4" descr="01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No forms, no connection wizard. Three worked examples are built in for a cold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When the request is incomplete, the agent asks</a:t>
            </a:r>
          </a:p>
        </p:txBody>
      </p:sp>
      <p:pic>
        <p:nvPicPr>
          <p:cNvPr id="5" name="Picture 4" descr="02-cla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Host was never stated, so it is not invented. Confidence drops to 55%, the missing field is named, and the question carries an example.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Extraction, generation, and the standards gate</a:t>
            </a:r>
          </a:p>
        </p:txBody>
      </p:sp>
      <p:pic>
        <p:nvPicPr>
          <p:cNvPr id="5" name="Picture 4" descr="04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Everything the agent understood is shown for review — including what it assumed. 13 of 13 checks pass, so the artifact is accepted.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generated connector</a:t>
            </a:r>
          </a:p>
        </p:txBody>
      </p:sp>
      <p:pic>
        <p:nvPicPr>
          <p:cNvPr id="5" name="Picture 4" descr="05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Provenance above the code: template version, spec checksum, code checksum, repair count. Written by a template, never by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Proven against a real database, not just compiled</a:t>
            </a:r>
          </a:p>
        </p:txBody>
      </p:sp>
      <p:pic>
        <p:nvPicPr>
          <p:cNvPr id="5" name="Picture 4" descr="06-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Executed in a sandboxed subprocess against live PostgreSQL. Three tables discovered with their primary keys. Credentials are sent once and never stored, logged, or written to the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handover artifact</a:t>
            </a:r>
          </a:p>
        </p:txBody>
      </p:sp>
      <p:pic>
        <p:nvPicPr>
          <p:cNvPr id="5" name="Picture 4" descr="07-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Connector, README, requirements, explanation and a manifest, packaged as a versioned zip. The model reads intent; the template writes the code; the checker decides what ships.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Standards you can prove, not standards you hope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It works end to end, today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Plain English to a spec, a spec to a rendered connector, thirteen machine checks, a live connection test against a real PostgreSQL, and a versioned bundle you can hand over. Every screenshot in this deck is that pipeline running — none of it is a mockup.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guarantee is structural, not aspirational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The model fills a form; a template writes the code; a checker decides what ships. That separation is why the promise holds for the fortieth connector and not just the one being demonstrated.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Every artifact can account for itself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Template version, spec checksum, code checksum, and a repair count carried in the version number — packaged byte-reproducibly. Six months on, “why is this in production?” is a lookup rather than an argument.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It runs where the team runs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macOS, Linux and Windows, with the cross-platform invariants asserted by the test suite rather than assumed — so a change that would only break one of them fails on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294 tests · 13 standards checks · 4 source types · 100% conformance on accepted artifacts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